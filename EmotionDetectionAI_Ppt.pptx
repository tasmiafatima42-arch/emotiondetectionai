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81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-798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4CAFF-7ADB-4934-B831-274950074BB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8B114-0F91-4D4B-B5C6-53612F9D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F">
              <a:alpha val="70000"/>
            </a:srgbClr>
          </a:solidFill>
          <a:ln w="12700">
            <a:solidFill>
              <a:srgbClr val="06060F">
                <a:alpha val="70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583680" y="182880"/>
            <a:ext cx="1280160" cy="12801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680960" y="1645920"/>
            <a:ext cx="914400" cy="9144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6858000" y="2926080"/>
            <a:ext cx="1005840" cy="10058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65000"/>
          </a:blip>
          <a:stretch>
            <a:fillRect/>
          </a:stretch>
        </p:blipFill>
        <p:spPr>
          <a:xfrm>
            <a:off x="91440" y="3474720"/>
            <a:ext cx="822960" cy="82296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457200" y="217755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457200" y="605988"/>
            <a:ext cx="6858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EMOTION</a:t>
            </a:r>
            <a:endParaRPr lang="en-US" sz="8200" dirty="0"/>
          </a:p>
        </p:txBody>
      </p:sp>
      <p:sp>
        <p:nvSpPr>
          <p:cNvPr id="11" name="Text 5"/>
          <p:cNvSpPr/>
          <p:nvPr/>
        </p:nvSpPr>
        <p:spPr>
          <a:xfrm>
            <a:off x="457200" y="1690092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AI</a:t>
            </a:r>
            <a:endParaRPr lang="en-US" sz="5800" dirty="0"/>
          </a:p>
        </p:txBody>
      </p:sp>
      <p:sp>
        <p:nvSpPr>
          <p:cNvPr id="12" name="Text 6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 Emotion Recognition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45720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webcam-based system  ·  Flask  ·  OpenCV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57200" y="3886200"/>
            <a:ext cx="6617776" cy="600558"/>
          </a:xfrm>
          <a:prstGeom prst="roundRect">
            <a:avLst>
              <a:gd name="adj" fmla="val 13333"/>
            </a:avLst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34023" y="3840479"/>
            <a:ext cx="6989737" cy="646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Ammara Bibi   ·   Ayesha Noor   ·   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Tasmia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·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Faisal 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t="89" r="11457" b="-89"/>
          <a:stretch/>
        </p:blipFill>
        <p:spPr>
          <a:xfrm>
            <a:off x="5112116" y="4556"/>
            <a:ext cx="4210115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4999" y="472699"/>
            <a:ext cx="3607231" cy="4587498"/>
          </a:xfrm>
          <a:prstGeom prst="rect">
            <a:avLst/>
          </a:prstGeom>
          <a:solidFill>
            <a:srgbClr val="0A0A1A">
              <a:alpha val="10000"/>
            </a:srgbClr>
          </a:solidFill>
          <a:ln w="12700">
            <a:solidFill>
              <a:srgbClr val="0A0A1A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343400" y="-2225"/>
            <a:ext cx="1371600" cy="514350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077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0651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emotion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feedback, made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accessible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71500" y="2446591"/>
            <a:ext cx="914400" cy="45719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866076"/>
            <a:ext cx="50934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misinterpret expressions every day. This AI tool delivers instant, accurate emotion feedback directly from your webcam — no GPU required.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57200" y="3994784"/>
            <a:ext cx="1325880" cy="851536"/>
          </a:xfrm>
          <a:prstGeom prst="rect">
            <a:avLst/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917632"/>
            <a:ext cx="1325880" cy="42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4462986"/>
            <a:ext cx="1325880" cy="319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Detected</a:t>
            </a:r>
            <a:endParaRPr lang="en-US" sz="1050" b="1" dirty="0"/>
          </a:p>
        </p:txBody>
      </p:sp>
      <p:sp>
        <p:nvSpPr>
          <p:cNvPr id="12" name="Shape 9"/>
          <p:cNvSpPr/>
          <p:nvPr/>
        </p:nvSpPr>
        <p:spPr>
          <a:xfrm>
            <a:off x="1920240" y="3994784"/>
            <a:ext cx="1325880" cy="851536"/>
          </a:xfrm>
          <a:prstGeom prst="rect">
            <a:avLst/>
          </a:prstGeom>
          <a:solidFill>
            <a:srgbClr val="1E1E3A"/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920240" y="3917632"/>
            <a:ext cx="1325880" cy="42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920240" y="4462986"/>
            <a:ext cx="1325880" cy="319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050" b="1" dirty="0"/>
          </a:p>
        </p:txBody>
      </p:sp>
      <p:sp>
        <p:nvSpPr>
          <p:cNvPr id="15" name="Shape 12"/>
          <p:cNvSpPr/>
          <p:nvPr/>
        </p:nvSpPr>
        <p:spPr>
          <a:xfrm>
            <a:off x="3383280" y="3994784"/>
            <a:ext cx="1325880" cy="851536"/>
          </a:xfrm>
          <a:prstGeom prst="rect">
            <a:avLst/>
          </a:prstGeom>
          <a:solidFill>
            <a:srgbClr val="1E1E3A"/>
          </a:solidFill>
          <a:ln w="12700">
            <a:solidFill>
              <a:srgbClr val="10B981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383280" y="3917632"/>
            <a:ext cx="1325880" cy="42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383280" y="4462986"/>
            <a:ext cx="1325880" cy="319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Required</a:t>
            </a:r>
            <a:endParaRPr lang="en-US" sz="1050" b="1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-30003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28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75488" y="712947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Emotion</a:t>
            </a: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is easy to </a:t>
            </a: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3078670" y="1558767"/>
            <a:ext cx="3184970" cy="45719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2210277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misread emotions. Many systems still lack real-time emotion analysis.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basic apps need a lightweight, immediate detection tool.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3" y="3360420"/>
            <a:ext cx="1170432" cy="1170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6055" y="4576572"/>
            <a:ext cx="166420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055" y="4576572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6295" y="3360420"/>
            <a:ext cx="1170432" cy="117043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19407" y="4576572"/>
            <a:ext cx="166420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119407" y="4576572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9647" y="3360420"/>
            <a:ext cx="1170432" cy="11704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792759" y="4576572"/>
            <a:ext cx="166420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3792759" y="4576572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2999" y="3360420"/>
            <a:ext cx="1170432" cy="117043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466111" y="4576572"/>
            <a:ext cx="166420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466111" y="4576572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6351" y="3360420"/>
            <a:ext cx="1170432" cy="11704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139463" y="4576572"/>
            <a:ext cx="166420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7139463" y="4576572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1553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 real-time emotion analysis experience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2029968"/>
            <a:ext cx="2743200" cy="1371600"/>
          </a:xfrm>
          <a:prstGeom prst="rect">
            <a:avLst/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029968"/>
            <a:ext cx="594360" cy="137160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44144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32688" y="213969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532888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facial expressions live from webcam feed in real 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2029968"/>
            <a:ext cx="2743200" cy="1371600"/>
          </a:xfrm>
          <a:prstGeom prst="rect">
            <a:avLst/>
          </a:prstGeom>
          <a:solidFill>
            <a:srgbClr val="1E1E3A"/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29968"/>
            <a:ext cx="594360" cy="137160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44144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58768" y="213969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Emotion Classes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58768" y="2532888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Happy, Sad, Angry, Neutral, Surprise accurately.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029968"/>
            <a:ext cx="2743200" cy="1371600"/>
          </a:xfrm>
          <a:prstGeom prst="rect">
            <a:avLst/>
          </a:prstGeom>
          <a:solidFill>
            <a:srgbClr val="1E1E3A"/>
          </a:solidFill>
          <a:ln w="12700">
            <a:solidFill>
              <a:srgbClr val="F59E0B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029968"/>
            <a:ext cx="594360" cy="13716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44144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84848" y="213969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Feedback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84848" y="2532888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emoji + contextual messages for immediate user feedback.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737360" y="3675888"/>
            <a:ext cx="2743200" cy="1371600"/>
          </a:xfrm>
          <a:prstGeom prst="rect">
            <a:avLst/>
          </a:prstGeom>
          <a:solidFill>
            <a:srgbClr val="1E1E3A"/>
          </a:solidFill>
          <a:ln w="12700">
            <a:solidFill>
              <a:srgbClr val="10B981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37360" y="3675888"/>
            <a:ext cx="594360" cy="137160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408736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395728" y="378561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95728" y="4178808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emotion history with timestamps to local files.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675888"/>
            <a:ext cx="2743200" cy="1371600"/>
          </a:xfrm>
          <a:prstGeom prst="rect">
            <a:avLst/>
          </a:prstGeom>
          <a:solidFill>
            <a:srgbClr val="1E1E3A"/>
          </a:solidFill>
          <a:ln w="12700">
            <a:solidFill>
              <a:srgbClr val="EC4899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75888"/>
            <a:ext cx="594360" cy="1371600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08736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321808" y="378561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21808" y="4178808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Matplotlib distribution charts after each session.</a:t>
            </a:r>
            <a:endParaRPr lang="en-US" sz="1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&amp; Tools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07256" y="1256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powering real-time emotion detection and live analytics</a:t>
            </a:r>
            <a:endParaRPr lang="en-US" sz="1600" b="1" dirty="0"/>
          </a:p>
        </p:txBody>
      </p:sp>
      <p:sp>
        <p:nvSpPr>
          <p:cNvPr id="6" name="Shape 3"/>
          <p:cNvSpPr/>
          <p:nvPr/>
        </p:nvSpPr>
        <p:spPr>
          <a:xfrm>
            <a:off x="201168" y="1920240"/>
            <a:ext cx="1609344" cy="2926080"/>
          </a:xfrm>
          <a:prstGeom prst="rect">
            <a:avLst/>
          </a:prstGeom>
          <a:solidFill>
            <a:srgbClr val="0A0A1A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168" y="1920240"/>
            <a:ext cx="1609344" cy="5029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1938528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46888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4320" y="3090672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— model, processing, server logic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956816" y="1920240"/>
            <a:ext cx="1609344" cy="2926080"/>
          </a:xfrm>
          <a:prstGeom prst="rect">
            <a:avLst/>
          </a:prstGeom>
          <a:solidFill>
            <a:srgbClr val="0A0A1A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56816" y="1920240"/>
            <a:ext cx="1609344" cy="502920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56816" y="1938528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002536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29968" y="3090672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web server, live video &amp; UI endpoints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712464" y="1920240"/>
            <a:ext cx="1609344" cy="2926080"/>
          </a:xfrm>
          <a:prstGeom prst="rect">
            <a:avLst/>
          </a:prstGeom>
          <a:solidFill>
            <a:srgbClr val="0A0A1A">
              <a:alpha val="85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12464" y="1920240"/>
            <a:ext cx="1609344" cy="50292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12464" y="1938528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758184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785616" y="3090672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cascades face detection &amp; image preprocessing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68112" y="1920240"/>
            <a:ext cx="1609344" cy="2926080"/>
          </a:xfrm>
          <a:prstGeom prst="rect">
            <a:avLst/>
          </a:prstGeom>
          <a:solidFill>
            <a:srgbClr val="0A0A1A">
              <a:alpha val="85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68112" y="1920240"/>
            <a:ext cx="1609344" cy="50292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68112" y="1938528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513832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541264" y="3090672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distribution graphs &amp; session timelines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223760" y="1920240"/>
            <a:ext cx="1609344" cy="2926080"/>
          </a:xfrm>
          <a:prstGeom prst="rect">
            <a:avLst/>
          </a:prstGeom>
          <a:solidFill>
            <a:srgbClr val="0A0A1A">
              <a:alpha val="85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223760" y="1920240"/>
            <a:ext cx="1609344" cy="502920"/>
          </a:xfrm>
          <a:prstGeom prst="rect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>
                <a:alpha val="7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23760" y="1938528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269480" y="2578608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296912" y="3090672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— login, live view, history pages</a:t>
            </a:r>
            <a:endParaRPr lang="en-US" sz="1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it powerful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011680" cy="1581912"/>
          </a:xfrm>
          <a:prstGeom prst="rect">
            <a:avLst/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4617" y="1528760"/>
            <a:ext cx="1828800" cy="375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221416"/>
            <a:ext cx="1828800" cy="54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 to personalize and protect each session.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2011680" cy="1581912"/>
          </a:xfrm>
          <a:prstGeom prst="rect">
            <a:avLst/>
          </a:prstGeom>
          <a:solidFill>
            <a:srgbClr val="1E1E3A"/>
          </a:solidFill>
          <a:ln w="12700">
            <a:solidFill>
              <a:srgbClr val="10B981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528760"/>
            <a:ext cx="1828800" cy="375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Camera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221416"/>
            <a:ext cx="1828800" cy="54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controls to begin or pause detection safely at any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2011680" cy="1581912"/>
          </a:xfrm>
          <a:prstGeom prst="rect">
            <a:avLst/>
          </a:prstGeom>
          <a:solidFill>
            <a:srgbClr val="1E1E3A"/>
          </a:solidFill>
          <a:ln w="12700">
            <a:solidFill>
              <a:srgbClr val="F59E0B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421318"/>
            <a:ext cx="1828800" cy="375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Reactions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2221416"/>
            <a:ext cx="1828800" cy="54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emoji feedback mapped to the predicted emotion class.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14736" y="3506724"/>
            <a:ext cx="2011680" cy="1463040"/>
          </a:xfrm>
          <a:prstGeom prst="rect">
            <a:avLst/>
          </a:prstGeom>
          <a:solidFill>
            <a:srgbClr val="1E1E3A"/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06176" y="35821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History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06176" y="424195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logging to local text files — revisit and compare sessions.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3510438"/>
            <a:ext cx="2011680" cy="1463040"/>
          </a:xfrm>
          <a:prstGeom prst="rect">
            <a:avLst/>
          </a:prstGeom>
          <a:solidFill>
            <a:srgbClr val="1E1E3A"/>
          </a:solidFill>
          <a:ln w="12700">
            <a:solidFill>
              <a:srgbClr val="EC4899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0" y="35821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Analysis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46456" y="424195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charts showing distributions and timelines across sessions.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03720" y="1417320"/>
            <a:ext cx="2011680" cy="3063240"/>
          </a:xfrm>
          <a:prstGeom prst="rect">
            <a:avLst/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208483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0" dirty="0"/>
          </a:p>
        </p:txBody>
      </p:sp>
      <p:sp>
        <p:nvSpPr>
          <p:cNvPr id="28" name="Text 26"/>
          <p:cNvSpPr/>
          <p:nvPr/>
        </p:nvSpPr>
        <p:spPr>
          <a:xfrm>
            <a:off x="6903720" y="31272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· Live · Visual</a:t>
            </a:r>
            <a:endParaRPr lang="en-US" sz="1200" u="sng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737360" y="2359152"/>
            <a:ext cx="274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19072" y="219456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→</a:t>
            </a:r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1554480" cy="3383280"/>
          </a:xfrm>
          <a:prstGeom prst="rect">
            <a:avLst/>
          </a:prstGeom>
          <a:solidFill>
            <a:srgbClr val="0A0A1A">
              <a:alpha val="90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417320"/>
            <a:ext cx="1554480" cy="685800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44475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0040" y="22128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47472" y="272491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or login to access dashboard &amp; session history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74720" y="2359152"/>
            <a:ext cx="274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56432" y="219456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→</a:t>
            </a:r>
          </a:p>
        </p:txBody>
      </p:sp>
      <p:sp>
        <p:nvSpPr>
          <p:cNvPr id="14" name="Shape 11"/>
          <p:cNvSpPr/>
          <p:nvPr/>
        </p:nvSpPr>
        <p:spPr>
          <a:xfrm>
            <a:off x="2011680" y="1417320"/>
            <a:ext cx="1554480" cy="3383280"/>
          </a:xfrm>
          <a:prstGeom prst="rect">
            <a:avLst/>
          </a:prstGeom>
          <a:solidFill>
            <a:srgbClr val="0A0A1A">
              <a:alpha val="90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11680" y="1417320"/>
            <a:ext cx="1554480" cy="685800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11680" y="144475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057400" y="22128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084832" y="272491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serves live video; client captures webcam frames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12080" y="2359152"/>
            <a:ext cx="274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93792" y="219456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→</a:t>
            </a:r>
          </a:p>
        </p:txBody>
      </p:sp>
      <p:sp>
        <p:nvSpPr>
          <p:cNvPr id="21" name="Shape 18"/>
          <p:cNvSpPr/>
          <p:nvPr/>
        </p:nvSpPr>
        <p:spPr>
          <a:xfrm>
            <a:off x="3749040" y="1417320"/>
            <a:ext cx="1554480" cy="3383280"/>
          </a:xfrm>
          <a:prstGeom prst="rect">
            <a:avLst/>
          </a:prstGeom>
          <a:solidFill>
            <a:srgbClr val="0A0A1A">
              <a:alpha val="9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749040" y="1417320"/>
            <a:ext cx="1554480" cy="6858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49040" y="144475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3794760" y="22128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822192" y="272491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Haar cascade locates faces &amp; crops regions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949440" y="2359152"/>
            <a:ext cx="274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31152" y="219456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→</a:t>
            </a:r>
          </a:p>
        </p:txBody>
      </p:sp>
      <p:sp>
        <p:nvSpPr>
          <p:cNvPr id="28" name="Shape 25"/>
          <p:cNvSpPr/>
          <p:nvPr/>
        </p:nvSpPr>
        <p:spPr>
          <a:xfrm>
            <a:off x="5486400" y="1417320"/>
            <a:ext cx="1554480" cy="3383280"/>
          </a:xfrm>
          <a:prstGeom prst="rect">
            <a:avLst/>
          </a:prstGeom>
          <a:solidFill>
            <a:srgbClr val="0A0A1A">
              <a:alpha val="9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86400" y="1417320"/>
            <a:ext cx="1554480" cy="68580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0" y="144475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5532120" y="22128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559552" y="272491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maps face crop to one of 5 emotions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223760" y="1417320"/>
            <a:ext cx="1554480" cy="3383280"/>
          </a:xfrm>
          <a:prstGeom prst="rect">
            <a:avLst/>
          </a:prstGeom>
          <a:solidFill>
            <a:srgbClr val="0A0A1A">
              <a:alpha val="9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223760" y="1417320"/>
            <a:ext cx="1554480" cy="685800"/>
          </a:xfrm>
          <a:prstGeom prst="rect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>
                <a:alpha val="7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23760" y="144475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7269480" y="22128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7296912" y="2724912"/>
            <a:ext cx="14081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+ suggestion displayed; entry logged; graphs refresh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flows from capture → analysis → feedback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14500" y="3052057"/>
            <a:ext cx="228600" cy="4571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" y="1863337"/>
            <a:ext cx="1691640" cy="3083243"/>
          </a:xfrm>
          <a:prstGeom prst="rect">
            <a:avLst/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" y="1863337"/>
            <a:ext cx="1691640" cy="575539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" y="1881625"/>
            <a:ext cx="1691640" cy="534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" y="2594857"/>
            <a:ext cx="1600200" cy="616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732" y="3353809"/>
            <a:ext cx="1545336" cy="1644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feed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3300" y="3052057"/>
            <a:ext cx="228600" cy="4571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7380" y="1863337"/>
            <a:ext cx="1691640" cy="3083243"/>
          </a:xfrm>
          <a:prstGeom prst="rect">
            <a:avLst/>
          </a:prstGeom>
          <a:solidFill>
            <a:srgbClr val="1E1E3A"/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97380" y="1863337"/>
            <a:ext cx="1691640" cy="575539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97380" y="1881625"/>
            <a:ext cx="1691640" cy="534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43100" y="2594857"/>
            <a:ext cx="1600200" cy="616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70532" y="3353809"/>
            <a:ext cx="1545336" cy="1644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/stream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 /history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72100" y="3052057"/>
            <a:ext cx="228600" cy="4571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26180" y="1863337"/>
            <a:ext cx="1691640" cy="3083243"/>
          </a:xfrm>
          <a:prstGeom prst="rect">
            <a:avLst/>
          </a:prstGeom>
          <a:solidFill>
            <a:srgbClr val="1E1E3A"/>
          </a:solidFill>
          <a:ln w="12700">
            <a:solidFill>
              <a:srgbClr val="F59E0B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26180" y="1863337"/>
            <a:ext cx="1691640" cy="575539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6180" y="1881625"/>
            <a:ext cx="1691640" cy="534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71900" y="2594857"/>
            <a:ext cx="1600200" cy="616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99332" y="3353809"/>
            <a:ext cx="1545336" cy="1644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detection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emotion classifier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00900" y="3052057"/>
            <a:ext cx="228600" cy="4571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4980" y="1863337"/>
            <a:ext cx="1691640" cy="3083243"/>
          </a:xfrm>
          <a:prstGeom prst="rect">
            <a:avLst/>
          </a:prstGeom>
          <a:solidFill>
            <a:srgbClr val="1E1E3A"/>
          </a:solidFill>
          <a:ln w="12700">
            <a:solidFill>
              <a:srgbClr val="10B981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54980" y="1863337"/>
            <a:ext cx="1691640" cy="575539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4980" y="1881625"/>
            <a:ext cx="1691640" cy="534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00700" y="2594857"/>
            <a:ext cx="1600200" cy="616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28132" y="3353809"/>
            <a:ext cx="1545336" cy="1644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users.txt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history.txt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83780" y="1863337"/>
            <a:ext cx="1691640" cy="3083243"/>
          </a:xfrm>
          <a:prstGeom prst="rect">
            <a:avLst/>
          </a:prstGeom>
          <a:solidFill>
            <a:srgbClr val="1E1E3A"/>
          </a:solidFill>
          <a:ln w="12700">
            <a:solidFill>
              <a:srgbClr val="EC4899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83780" y="1863337"/>
            <a:ext cx="1691640" cy="575539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3780" y="1881625"/>
            <a:ext cx="1691640" cy="534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429500" y="2594857"/>
            <a:ext cx="1600200" cy="616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56932" y="3353809"/>
            <a:ext cx="1545336" cy="1644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PNG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→ dashboard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9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TRACKING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365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History &amp; Session Analysis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20040" y="1463040"/>
            <a:ext cx="4114800" cy="1005840"/>
          </a:xfrm>
          <a:prstGeom prst="rect">
            <a:avLst/>
          </a:prstGeom>
          <a:solidFill>
            <a:srgbClr val="1E1E3A"/>
          </a:solidFill>
          <a:ln w="12700">
            <a:solidFill>
              <a:srgbClr val="F59E0B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463040"/>
            <a:ext cx="16459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Moments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4360" y="19385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peak emotional moments for targeted review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" y="2633472"/>
            <a:ext cx="4114800" cy="1005840"/>
          </a:xfrm>
          <a:prstGeom prst="rect">
            <a:avLst/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633472"/>
            <a:ext cx="16459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7249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4360" y="31089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sessions to detect consistent emotional patterns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" y="3803904"/>
            <a:ext cx="4114800" cy="1005840"/>
          </a:xfrm>
          <a:prstGeom prst="rect">
            <a:avLst/>
          </a:prstGeom>
          <a:solidFill>
            <a:srgbClr val="1E1E3A"/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3803904"/>
            <a:ext cx="164592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8953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4360" y="42793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timelines, and chart breakdowns per emotion</a:t>
            </a:r>
            <a:endParaRPr lang="en-US" sz="16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850" y="1322315"/>
            <a:ext cx="1024128" cy="102412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033850" y="2346443"/>
            <a:ext cx="102412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33850" y="2346443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170" y="1322315"/>
            <a:ext cx="1024128" cy="102412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51170" y="2346443"/>
            <a:ext cx="102412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51170" y="2346443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8490" y="1322315"/>
            <a:ext cx="1024128" cy="102412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868490" y="2346443"/>
            <a:ext cx="102412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868490" y="2346443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7082" y="2767067"/>
            <a:ext cx="1024128" cy="102412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47082" y="3791195"/>
            <a:ext cx="102412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747082" y="3791195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4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4402" y="2767067"/>
            <a:ext cx="1024128" cy="1024128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164402" y="3791195"/>
            <a:ext cx="1024128" cy="320040"/>
          </a:xfrm>
          <a:prstGeom prst="rect">
            <a:avLst/>
          </a:prstGeom>
          <a:solidFill>
            <a:srgbClr val="1E1E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164402" y="3791195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F">
              <a:alpha val="80000"/>
            </a:srgbClr>
          </a:solidFill>
          <a:ln w="12700">
            <a:solidFill>
              <a:srgbClr val="06060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</a:t>
            </a:r>
            <a:r>
              <a:rPr lang="en-US" sz="40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606040" cy="333756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🏆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" y="2571750"/>
            <a:ext cx="2386584" cy="2164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real-time emotion detection with usable </a:t>
            </a: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logging</a:t>
            </a:r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ideal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learning and prototyping.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536192"/>
            <a:ext cx="2606040" cy="333756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🚀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73552" y="20756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2907792"/>
            <a:ext cx="238658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deep-learning </a:t>
            </a: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cloud </a:t>
            </a: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face-based login</a:t>
            </a: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privacy controls.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536192"/>
            <a:ext cx="2606040" cy="333756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▶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08192" y="20756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44768" y="2907792"/>
            <a:ext cx="238658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available on local network via Flask server. Questions and feedback are very welcome — thank you for your attention!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-68580" y="109728"/>
            <a:ext cx="9144000" cy="5143500"/>
          </a:xfrm>
          <a:prstGeom prst="rect">
            <a:avLst/>
          </a:prstGeom>
          <a:solidFill>
            <a:srgbClr val="06060F">
              <a:alpha val="80000"/>
            </a:srgbClr>
          </a:solidFill>
          <a:ln w="12700">
            <a:solidFill>
              <a:srgbClr val="06060F">
                <a:alpha val="80000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-67418" y="54864"/>
            <a:ext cx="9144000" cy="5143500"/>
          </a:xfrm>
          <a:prstGeom prst="rect">
            <a:avLst/>
          </a:prstGeom>
          <a:solidFill>
            <a:srgbClr val="06060F">
              <a:alpha val="80000"/>
            </a:srgbClr>
          </a:solidFill>
          <a:ln w="12700">
            <a:solidFill>
              <a:srgbClr val="06060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2931349" y="-1166402"/>
            <a:ext cx="3144142" cy="7479482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blurRad="2286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🚀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03504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88620" y="1968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</a:t>
            </a: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2250328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574</Words>
  <Application>Microsoft Office PowerPoint</Application>
  <PresentationFormat>On-screen Show (16:9)</PresentationFormat>
  <Paragraphs>167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10</cp:revision>
  <dcterms:created xsi:type="dcterms:W3CDTF">2026-05-31T14:11:26Z</dcterms:created>
  <dcterms:modified xsi:type="dcterms:W3CDTF">2026-06-01T08:08:16Z</dcterms:modified>
</cp:coreProperties>
</file>